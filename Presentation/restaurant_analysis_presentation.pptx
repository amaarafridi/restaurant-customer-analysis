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794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order analysis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E8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two years of order data does — and doesn't — tell us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Order-level transaction study  |  Prepared for stakeholder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years of orders,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active and ordering throughout the full period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7E8D1"/>
          </a:solidFill>
          <a:ln/>
        </p:spPr>
      </p:sp>
      <p:sp>
        <p:nvSpPr>
          <p:cNvPr id="9" name="Text 7"/>
          <p:cNvSpPr/>
          <p:nvPr/>
        </p:nvSpPr>
        <p:spPr>
          <a:xfrm>
            <a:off x="4325112" y="21031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16,658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325112" y="2880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placed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9432" y="33832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2022 - Dec 2023, across 5 menu categories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/>
          <p:nvPr/>
        </p:nvSpPr>
        <p:spPr>
          <a:xfrm>
            <a:off x="8101584" y="21031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$332K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101584" y="2880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5904" y="338328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roughly $13,800 in revenue per month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covers what's driving revenue today, and whether we can predict tomorrow's best customers.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Dishes carry the business</a:t>
            </a:r>
            <a:endParaRPr lang="en-US" sz="2800" dirty="0"/>
          </a:p>
        </p:txBody>
      </p:sp>
      <p:pic>
        <p:nvPicPr>
          <p:cNvPr id="4" name="Image 0" descr="/home/claude/restaurant_project/charts/revenue_by_categ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737360"/>
            <a:ext cx="603504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31089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revenue comes from Main Dishes — more than Starters, Desserts, and Side Dishes combined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menu, staffing, and inventory priorities should weight toward Main Dishes.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SELLERS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dishes anchor the menu</a:t>
            </a:r>
            <a:endParaRPr lang="en-US" sz="2800" dirty="0"/>
          </a:p>
        </p:txBody>
      </p:sp>
      <p:pic>
        <p:nvPicPr>
          <p:cNvPr id="4" name="Image 0" descr="/home/claude/restaurant_project/charts/top_item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1554480"/>
            <a:ext cx="621792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$38,382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26700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Grilled Chicken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1546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$38,227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37216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Alfredo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206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$35,849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48640" y="4773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53949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items alone generated over $112,000 -- about a third of total revenue.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stable, not growing</a:t>
            </a:r>
            <a:endParaRPr lang="en-US" sz="2800" dirty="0"/>
          </a:p>
        </p:txBody>
      </p:sp>
      <p:pic>
        <p:nvPicPr>
          <p:cNvPr id="4" name="Image 0" descr="/home/claude/restaurant_project/charts/monthly_reven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920240"/>
            <a:ext cx="112471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has oscillated between roughly $12,200 and $15,400 for two straight years, with no sustained upward trend or clear seasonal pattern.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WE TESTED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spot next year's best customers, early?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each customer's first-year (2022) ordering behavior, we tried to predict who would land in the top 30% of spenders in year two (2023).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B0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 churn model didn't fit this data -- every customer ordered within the last 20 days of the dataset, so there's no inactive segment to detect. This was the right question for the data we actually have.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answer: not reliably</a:t>
            </a:r>
            <a:endParaRPr lang="en-US" sz="2800" dirty="0"/>
          </a:p>
        </p:txBody>
      </p:sp>
      <p:pic>
        <p:nvPicPr>
          <p:cNvPr id="4" name="Image 0" descr="/home/claude/restaurant_project/charts/roc_cur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35040" y="1737360"/>
            <a:ext cx="557784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26974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a customer's 2022 revenue and their 2023 revenue -- essentially none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36576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0.55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443484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model's accuracy score (ROC-AUC) -- barely better than a coin flip (0.50)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5486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Year-one spending does not reliably predict year-two spending in this customer base.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null result is still a useful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7E8D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target a "future VIP" program on this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isn't accurate enough to act on -- using it would misdirect loyalty spend toward the wrong customers.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7E8D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value looks close to random year-to-year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81304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itself is worth investigating -- it may mean spending is driven by factors this data doesn't capture.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E7E8D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better data, not a better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303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size, promotions, feedback, and loyalty engagement would likely carry more signal than order history alone.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1F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from 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084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what's solid today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menu, staffing, and inventory decisions toward Main Dishes and the top 3 items.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21488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20848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flat revenue trend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406640" y="256032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years without growth is a marketing and demand question, independent of customer scoring.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29768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4233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what you track per customer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37360" y="470916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party size, promo exposure, and feedback data before attempting value prediction again.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E7E8D1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29768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297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06640" y="42336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E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the model once richer data exists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06640" y="470916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(LOOCV, logistic regression) is sound -- it just needs more informative inputs.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B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514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menu tells a clear story. The customers don't -- yet.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3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Dishes and three signature items drive the business today. Predicting tomorrow's best customers will take richer data than order history alone provides.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0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based on the uploaded order data (Clean_data.xlsx), Jan 2022 - Dec 2023.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609</Words>
  <Application>Microsoft Office PowerPoint</Application>
  <PresentationFormat>Widescreen</PresentationFormat>
  <Paragraphs>86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Computer Wala</cp:lastModifiedBy>
  <cp:revision>2</cp:revision>
  <dcterms:created xsi:type="dcterms:W3CDTF">2026-08-10T22:52:51Z</dcterms:created>
  <dcterms:modified xsi:type="dcterms:W3CDTF">2026-08-11T14:44:05Z</dcterms:modified>
</cp:coreProperties>
</file>